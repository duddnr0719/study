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" cy="7315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371600"/>
            <a:ext cx="731520" cy="731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444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1234440" y="14630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BC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365760" y="21945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File Gateway</a:t>
            </a:r>
            <a:endParaRPr lang="en-US" sz="5200" dirty="0"/>
          </a:p>
        </p:txBody>
      </p:sp>
      <p:sp>
        <p:nvSpPr>
          <p:cNvPr id="8" name="Text 4"/>
          <p:cNvSpPr/>
          <p:nvPr/>
        </p:nvSpPr>
        <p:spPr>
          <a:xfrm>
            <a:off x="365760" y="3200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↔ 연구실 서버 공유폴더 파일 브릿지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365760" y="3749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없이 Slack에서 직접 파일 관리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029200" y="4480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0" y="4480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</a:rPr>
              <a:t>Python · Slack Bolt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6035040" y="4480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035040" y="4480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</a:rPr>
              <a:t>Docker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040880" y="4480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0" y="4480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</a:rPr>
              <a:t>Socket Mode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046720" y="4480560"/>
            <a:ext cx="914400" cy="347472"/>
          </a:xfrm>
          <a:prstGeom prst="roundRect">
            <a:avLst>
              <a:gd name="adj" fmla="val 15789"/>
            </a:avLst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046720" y="4480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0CAF9"/>
                </a:solidFill>
              </a:rPr>
              <a:t>Threading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프로젝트 배경 &amp; 목적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68680"/>
            <a:ext cx="265176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097280"/>
            <a:ext cx="731520" cy="731520"/>
          </a:xfrm>
          <a:prstGeom prst="ellipse">
            <a:avLst/>
          </a:prstGeom>
          <a:solidFill>
            <a:srgbClr val="E65100">
              <a:alpha val="85000"/>
            </a:srgbClr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216152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</a:rPr>
              <a:t>문제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연구실 공유폴더 접근에 매번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터미널 + SSH + 경로 입력 필요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비개발자 연구원에게 진입장벽 높음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8686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868680"/>
            <a:ext cx="265176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097280"/>
            <a:ext cx="731520" cy="731520"/>
          </a:xfrm>
          <a:prstGeom prst="ellipse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216152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9184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97B"/>
                </a:solidFill>
              </a:rPr>
              <a:t>해결책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3337560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Slack에서 명령어 한 줄로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파일 저장·다운로드·탐색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누구나 쉽게 공유폴더 관리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080760" y="868680"/>
            <a:ext cx="265176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86868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40880" y="1097280"/>
            <a:ext cx="731520" cy="731520"/>
          </a:xfrm>
          <a:prstGeom prst="ellipse">
            <a:avLst/>
          </a:prstGeom>
          <a:solidFill>
            <a:srgbClr val="1565C0">
              <a:alpha val="85000"/>
            </a:srgbClr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21615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72200" y="19202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목표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17920" y="242316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Slack Pro 플랜 활용 극대화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연구실 워크플로우 자동화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2E"/>
                </a:solidFill>
              </a:rPr>
              <a:t>파일 관리 진입장벽 제거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시스템 아키텍처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14400"/>
            <a:ext cx="2560320" cy="3474720"/>
          </a:xfrm>
          <a:prstGeom prst="rect">
            <a:avLst/>
          </a:prstGeom>
          <a:solidFill>
            <a:srgbClr val="4A154B"/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Slack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417320"/>
            <a:ext cx="914400" cy="914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11480" y="2514600"/>
            <a:ext cx="2286000" cy="384048"/>
          </a:xfrm>
          <a:prstGeom prst="rect">
            <a:avLst/>
          </a:prstGeom>
          <a:solidFill>
            <a:srgbClr val="6B2D7B"/>
          </a:solidFill>
          <a:ln w="12700">
            <a:solidFill>
              <a:srgbClr val="7B3D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51460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B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/ls  /cd  /pwd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017520"/>
            <a:ext cx="2286000" cy="384048"/>
          </a:xfrm>
          <a:prstGeom prst="rect">
            <a:avLst/>
          </a:prstGeom>
          <a:solidFill>
            <a:srgbClr val="6B2D7B"/>
          </a:solidFill>
          <a:ln w="12700">
            <a:solidFill>
              <a:srgbClr val="7B3D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30175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B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/save  /fetch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1480" y="3520440"/>
            <a:ext cx="2286000" cy="384048"/>
          </a:xfrm>
          <a:prstGeom prst="rect">
            <a:avLst/>
          </a:prstGeom>
          <a:solidFill>
            <a:srgbClr val="6B2D7B"/>
          </a:solidFill>
          <a:ln w="12700">
            <a:solidFill>
              <a:srgbClr val="7B3D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520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1BEE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880360" y="2103120"/>
            <a:ext cx="13716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834640" y="18288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BCD4"/>
                </a:solidFill>
              </a:rPr>
              <a:t>◀▶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834640" y="2148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Socket Mode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834640" y="24231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(WebSocket)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297680" y="914400"/>
            <a:ext cx="4572000" cy="3474720"/>
          </a:xfrm>
          <a:prstGeom prst="rect">
            <a:avLst/>
          </a:prstGeom>
          <a:solidFill>
            <a:srgbClr val="1A2744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0" y="914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CAF9"/>
                </a:solidFill>
              </a:rPr>
              <a:t>Docker Container (서버)</a:t>
            </a:r>
            <a:endParaRPr lang="en-US" sz="13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14173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app.py  (Slack Bolt)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434840" y="1920240"/>
            <a:ext cx="109728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6177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슬래시 명령어 핸들러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434840" y="2395728"/>
            <a:ext cx="109728" cy="320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17720" y="23957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파일 다운로드 / 업로드 (스트리밍)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434840" y="2871216"/>
            <a:ext cx="109728" cy="3200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17720" y="28712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상태 관리 + 영속성 (state.json)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434840" y="3346704"/>
            <a:ext cx="109728" cy="3200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17720" y="33467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백그라운드 cleanup 스레드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434840" y="3840480"/>
            <a:ext cx="4251960" cy="411480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877056"/>
            <a:ext cx="347472" cy="34747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892040" y="38404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D6A7"/>
                </a:solidFill>
              </a:rPr>
              <a:t>/storage → ecsamba/shared (Samba + Tailscale VPN)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주요 기능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91440" cy="17830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502920" cy="50292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060704"/>
            <a:ext cx="393192" cy="3931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&lt;경로&gt;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1371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파일 첨부 + 메시지로 서버에 저장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중복 시 덮어쓰기 / 새이름 / 취소 선택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54680" y="8686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868680"/>
            <a:ext cx="9144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91840" y="1005840"/>
            <a:ext cx="502920" cy="5029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060704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84048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/fetch &lt;경로&gt;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840480" y="1371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서버 파일 → Slack 전송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폴더는 zip 압축 후 자동 전송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35040" y="86868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35040" y="868680"/>
            <a:ext cx="91440" cy="178308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72200" y="1005840"/>
            <a:ext cx="502920" cy="50292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060704"/>
            <a:ext cx="393192" cy="3931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20840" y="9601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/ls &lt;경로&gt;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720840" y="137160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공유폴더 목록 조회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파일 크기·타입 표시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" y="28346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74320" y="2834640"/>
            <a:ext cx="91440" cy="1783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11480" y="2971800"/>
            <a:ext cx="502920" cy="50292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026664"/>
            <a:ext cx="393192" cy="3931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60120" y="2926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/cd  /pwd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960120" y="333756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디렉토리 이동 &amp; 현재 위치 확인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사용자별 독립 경로 유지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154680" y="2834640"/>
            <a:ext cx="265176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54680" y="2834640"/>
            <a:ext cx="91440" cy="178308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291840" y="2971800"/>
            <a:ext cx="502920" cy="502920"/>
          </a:xfrm>
          <a:prstGeom prst="ellipse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026664"/>
            <a:ext cx="393192" cy="393192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840480" y="2926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 &lt;폴더&gt;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3840480" y="3337560"/>
            <a:ext cx="18745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새 폴더 생성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안전한 폴더명 정규식 검증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중복 파일 처리 &amp; 상태 관리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중복 파일 처리 흐름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3749040" cy="502920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파일 업로드 + save 명령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373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011680"/>
            <a:ext cx="3749040" cy="502920"/>
          </a:xfrm>
          <a:prstGeom prst="rect">
            <a:avLst/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011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서버 경로에 동일 파일명 존재?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5146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46E7A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3749040" cy="50292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1FA2"/>
                </a:solidFill>
              </a:rPr>
              <a:t>Slack 버튼 프롬프트 전송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657600"/>
            <a:ext cx="1188720" cy="640080"/>
          </a:xfrm>
          <a:prstGeom prst="rect">
            <a:avLst/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657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덮어쓰기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600200" y="3657600"/>
            <a:ext cx="1188720" cy="640080"/>
          </a:xfrm>
          <a:prstGeom prst="rect">
            <a:avLst/>
          </a:prstGeom>
          <a:solidFill>
            <a:srgbClr val="00897B">
              <a:alpha val="2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657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새 이름으로 저장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(타임스탬프 추가)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3657600"/>
            <a:ext cx="1188720" cy="640080"/>
          </a:xfrm>
          <a:prstGeom prst="rect">
            <a:avLst/>
          </a:prstGeom>
          <a:solidFill>
            <a:srgbClr val="546E7A">
              <a:alpha val="20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6576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</a:rPr>
              <a:t>취소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</a:rPr>
              <a:t>사용자 선택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777240"/>
            <a:ext cx="27432" cy="406908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822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상태 관리 구조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0" y="123444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34440"/>
            <a:ext cx="73152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channel_dirs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554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사용자별 현재 디렉토리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{channel_id}:{user_id} → 경로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24028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240280"/>
            <a:ext cx="73152" cy="8229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240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pending_saves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9160" y="2560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중복 처리 대기 중인 파일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10분 TTL, 자동 만료 정리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246120"/>
            <a:ext cx="42976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246120"/>
            <a:ext cx="73152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2461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state.json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09160" y="3566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재시작해도 상태 유지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</a:rPr>
              <a:t>Docker Volume 마운트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보안 취약점 분석 — 3회 독립 점검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46E7A"/>
                </a:solidFill>
              </a:rPr>
              <a:t>총 12개 취약점 발견 및 전부 수정 완료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234440"/>
            <a:ext cx="2788920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1차 점검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082"/>
                </a:solidFill>
              </a:rPr>
              <a:t>인증 · 접근 제어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65960"/>
            <a:ext cx="91440" cy="384048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버튼 클릭 user_id 검증 없음 → 타인이 덮어쓰기 가능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91440" cy="384048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151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/save 가 타인 파일 저장 가능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64408"/>
            <a:ext cx="91440" cy="384048"/>
          </a:xfrm>
          <a:prstGeom prst="rect">
            <a:avLst/>
          </a:prstGeom>
          <a:solidFill>
            <a:srgbClr val="C62828">
              <a:alpha val="7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2644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_save_state() 읽기/쓰기 Race Condition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123444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1234440"/>
            <a:ext cx="2788920" cy="6400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2차 점검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46120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082"/>
                </a:solidFill>
              </a:rPr>
              <a:t>동시성 · 스레드 안전성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1965960"/>
            <a:ext cx="91440" cy="384048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공유 딕셔너리 무락(no-lock) 접근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615184"/>
            <a:ext cx="91440" cy="384048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26151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동일 파일 동시 저장 시 덮어씀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3264408"/>
            <a:ext cx="91440" cy="384048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2644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cleanup 스레드 예외로 조용히 종료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3913632"/>
            <a:ext cx="91440" cy="384048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3913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cleanup 비원자적 pop 시퀀스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234440"/>
            <a:ext cx="2788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234440"/>
            <a:ext cx="2788920" cy="640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234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3차 점검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172200" y="15544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082"/>
                </a:solidFill>
              </a:rPr>
              <a:t>운영 · 신뢰성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1965960"/>
            <a:ext cx="91440" cy="384048"/>
          </a:xfrm>
          <a:prstGeom prst="rect">
            <a:avLst/>
          </a:prstGeom>
          <a:solidFill>
            <a:srgbClr val="F9A825">
              <a:alpha val="7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1965960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state.json Docker Volume 미마운트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17920" y="2615184"/>
            <a:ext cx="91440" cy="384048"/>
          </a:xfrm>
          <a:prstGeom prst="rect">
            <a:avLst/>
          </a:prstGeom>
          <a:solidFill>
            <a:srgbClr val="F9A825">
              <a:alpha val="7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2615184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Rate Limiting 없음 (DoS 가능)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0" y="3264408"/>
            <a:ext cx="91440" cy="384048"/>
          </a:xfrm>
          <a:prstGeom prst="rect">
            <a:avLst/>
          </a:prstGeom>
          <a:solidFill>
            <a:srgbClr val="F9A825">
              <a:alpha val="7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26440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/fetch 파일 수 · 크기 제한 없음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0" y="3913632"/>
            <a:ext cx="91440" cy="384048"/>
          </a:xfrm>
          <a:prstGeom prst="rect">
            <a:avLst/>
          </a:prstGeom>
          <a:solidFill>
            <a:srgbClr val="F9A825">
              <a:alpha val="7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391363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1A2E"/>
                </a:solidFill>
              </a:rPr>
              <a:t>/ls 대형 폴더 전체 메모리 로드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취약점 수정 내역 (12/12 완료)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04672"/>
            <a:ext cx="384048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804672"/>
            <a:ext cx="384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804672"/>
            <a:ext cx="566928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804672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심각도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804672"/>
            <a:ext cx="283464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8046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발견된 문제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0" y="804672"/>
            <a:ext cx="475488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8046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수정 방법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11556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111556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115214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11556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111556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버튼 user_id 검증 없음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60520" y="111556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_UNAUTHORIZED sentinel 도입, 요청자만 버튼 처리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143560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143560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" y="147218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C62828">
              <a:alpha val="2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143560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2828"/>
                </a:solidFill>
              </a:rPr>
              <a:t>Critical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80160" y="143560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/save 타인 파일 저장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60520" y="143560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명령 실행자 파일만 히스토리 필터링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175564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175564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179222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175564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175564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_save_state Race Condition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60520" y="175564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스냅샷을 lock 안에서 읽고, I/O는 lock 밖 실행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207568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" y="207568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211226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207568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High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280160" y="207568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딕셔너리 무락 접근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60520" y="207568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_data_lock으로 모든 공유 상태 접근 보호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239572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239572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" y="243230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F9A825">
              <a:alpha val="2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239572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80160" y="239572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cleanup 비원자적 pop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60520" y="239572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_cleanup_expired_locked() 내부 함수 분리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271576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8600" y="271576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" y="275234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71576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High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280160" y="271576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cleanup 스레드 조용한 종료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271576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try/except로 예외 포착, 스레드 영구 유지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28600" y="303580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8600" y="303580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5800" y="307238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F9A825">
              <a:alpha val="2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03580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Medium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280160" y="303580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동시 동일 파일 덮어씀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160520" y="303580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_in_progress_paths 집합으로 경로 선점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" y="335584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8600" y="335584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5800" y="339242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335584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High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280160" y="335584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state.json 재시작 시 소실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160520" y="335584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Docker Volume 마운트 (./data:/app/data)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28600" y="367588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28600" y="367588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85800" y="371246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E65100">
              <a:alpha val="2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367588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High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280160" y="367588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Rate Limiting 없음 (DoS)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60520" y="367588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_check_rate_limit() — 명령어별 cooldown 적용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28600" y="399592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" y="399592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85800" y="403250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F9A825">
              <a:alpha val="2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399592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9A825"/>
                </a:solidFill>
              </a:rPr>
              <a:t>Medium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280160" y="399592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/ls 전체 메모리 로드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160520" y="399592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itertools.islice로 200개 제한 후 정렬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28600" y="4315968"/>
            <a:ext cx="86410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28600" y="431596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685800" y="435254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78909C">
              <a:alpha val="20000"/>
            </a:srgbClr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31596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909C"/>
                </a:solidFill>
              </a:rPr>
              <a:t>Low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280160" y="431596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state.json 평문 권한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4160520" y="431596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os.chmod(600) 소유자만 읽기/쓰기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28600" y="4636008"/>
            <a:ext cx="8641080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28600" y="4636008"/>
            <a:ext cx="3840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890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C5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685800" y="4672584"/>
            <a:ext cx="475488" cy="228600"/>
          </a:xfrm>
          <a:prstGeom prst="roundRect">
            <a:avLst>
              <a:gd name="adj" fmla="val 16000"/>
            </a:avLst>
          </a:prstGeom>
          <a:solidFill>
            <a:srgbClr val="78909C">
              <a:alpha val="20000"/>
            </a:srgbClr>
          </a:solidFill>
          <a:ln w="12700">
            <a:solidFill>
              <a:srgbClr val="78909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" y="4636008"/>
            <a:ext cx="56692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8909C"/>
                </a:solidFill>
              </a:rPr>
              <a:t>Low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1280160" y="4636008"/>
            <a:ext cx="2788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비원자적 파일 쓰기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4160520" y="4636008"/>
            <a:ext cx="4709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.tmp 임시 파일 후 atomic rename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36576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인프라 구성 &amp; 배포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3F2FD"/>
          </a:solidFill>
          <a:ln w="12700">
            <a:solidFill>
              <a:srgbClr val="E3F2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배포 흐름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618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" y="1673352"/>
            <a:ext cx="73152" cy="41148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2618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코드 수정 (로컬 맥북)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app.py, docker-compose.yml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084832"/>
            <a:ext cx="411480" cy="41148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848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" y="2496312"/>
            <a:ext cx="73152" cy="41148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0848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rsync 전송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317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yangzepa@100.127.64.21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07792"/>
            <a:ext cx="411480" cy="411480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907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" y="3319272"/>
            <a:ext cx="73152" cy="41148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907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</a:rPr>
              <a:t>docker compose up --build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서버에서 컨테이너 재빌드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730752"/>
            <a:ext cx="411480" cy="41148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730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Slack Socket Mode 연결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9776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WebSocket 세션 수립 완료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34840" y="777240"/>
            <a:ext cx="27432" cy="4069080"/>
          </a:xfrm>
          <a:prstGeom prst="rect">
            <a:avLst/>
          </a:prstGeom>
          <a:solidFill>
            <a:srgbClr val="CFD8DC"/>
          </a:solidFill>
          <a:ln w="12700">
            <a:solidFill>
              <a:srgbClr val="CFD8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기술 스택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0" y="1234440"/>
            <a:ext cx="1188720" cy="438912"/>
          </a:xfrm>
          <a:prstGeom prst="rect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123444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언어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06440" y="1234440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23444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Python 3.11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1801368"/>
            <a:ext cx="1188720" cy="438912"/>
          </a:xfrm>
          <a:prstGeom prst="rect">
            <a:avLst/>
          </a:prstGeom>
          <a:solidFill>
            <a:srgbClr val="4A154B">
              <a:alpha val="15000"/>
            </a:srgbClr>
          </a:solidFill>
          <a:ln w="12700">
            <a:solidFill>
              <a:srgbClr val="4A15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1801368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54B"/>
                </a:solidFill>
              </a:rPr>
              <a:t>Slack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06440" y="1801368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52160" y="1801368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Bolt SDK + Socket Mode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2368296"/>
            <a:ext cx="1188720" cy="438912"/>
          </a:xfrm>
          <a:prstGeom prst="rect">
            <a:avLst/>
          </a:prstGeom>
          <a:solidFill>
            <a:srgbClr val="0288D1">
              <a:alpha val="15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36829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8D1"/>
                </a:solidFill>
              </a:rPr>
              <a:t>인프라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806440" y="2368296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2368296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Docker + docker-compose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2935224"/>
            <a:ext cx="1188720" cy="438912"/>
          </a:xfrm>
          <a:prstGeom prst="rect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2935224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</a:rPr>
              <a:t>네트워크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806440" y="2935224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0" y="2935224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Tailscale VPN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3502152"/>
            <a:ext cx="1188720" cy="438912"/>
          </a:xfrm>
          <a:prstGeom prst="rect">
            <a:avLst/>
          </a:prstGeom>
          <a:solidFill>
            <a:srgbClr val="E65100">
              <a:alpha val="1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50215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5100"/>
                </a:solidFill>
              </a:rPr>
              <a:t>파일공유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806440" y="3502152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52160" y="3502152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Samba (ecsamba)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572000" y="4069080"/>
            <a:ext cx="1188720" cy="438912"/>
          </a:xfrm>
          <a:prstGeom prst="rect">
            <a:avLst/>
          </a:prstGeom>
          <a:solidFill>
            <a:srgbClr val="546E7A">
              <a:alpha val="15000"/>
            </a:srgbClr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406908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동시성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806440" y="4069080"/>
            <a:ext cx="3063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4069080"/>
            <a:ext cx="2971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threading.Lock + 데몬 스레드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 &amp; 향후 개선 방향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2344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권한 시스템 미구현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11480" y="25146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모든 채널 멤버가 동등한 권한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관리자 / 일반 사용자 구분 없음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9748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34440"/>
            <a:ext cx="685800" cy="685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Slack-CMS 연동 예정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291840" y="25146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파일 메타데이터 관리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태그·검색 기능 추가 계획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26480" y="1051560"/>
            <a:ext cx="2697480" cy="2926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234440"/>
            <a:ext cx="685800" cy="685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72200" y="201168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</a:rPr>
              <a:t>알림 기능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172200" y="251460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공유폴더 파일 변경 감지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0A4AE"/>
                </a:solidFill>
              </a:rPr>
              <a:t>Slack 자동 알림 예정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65760" y="42976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46E7A"/>
                </a:solidFill>
              </a:rPr>
              <a:t>File Gateway — 연구실 파일 관리를 Slack 하나로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Gateway</dc:title>
  <dc:subject>PptxGenJS Presentation</dc:subject>
  <dc:creator>PptxGenJS</dc:creator>
  <cp:lastModifiedBy>PptxGenJS</cp:lastModifiedBy>
  <cp:revision>1</cp:revision>
  <dcterms:created xsi:type="dcterms:W3CDTF">2026-04-07T08:08:01Z</dcterms:created>
  <dcterms:modified xsi:type="dcterms:W3CDTF">2026-04-07T08:08:01Z</dcterms:modified>
</cp:coreProperties>
</file>